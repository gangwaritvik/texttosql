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Text-to-SQL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Natural Language → SQL with Azure OpenAI, FAISS &amp;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Converts natural-language questions into SQL</a:t>
            </a:r>
          </a:p>
          <a:p>
            <a:pPr>
              <a:defRPr sz="1800"/>
            </a:pPr>
            <a:r>
              <a:t>Runs SQL against PostgreSQL (read-only)</a:t>
            </a:r>
          </a:p>
          <a:p>
            <a:pPr>
              <a:defRPr sz="1800"/>
            </a:pPr>
            <a:r>
              <a:t>Returns rows + an AI-written summary</a:t>
            </a:r>
          </a:p>
          <a:p>
            <a:pPr>
              <a:defRPr sz="1800"/>
            </a:pPr>
            <a:r>
              <a:t>Semantic table retrieval via FAISS + Azure embeddings</a:t>
            </a:r>
          </a:p>
          <a:p>
            <a:pPr>
              <a:defRPr sz="1800"/>
            </a:pPr>
            <a:r>
              <a:t>React UI: query, browse schema, view data, upload CSV/Excel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React 18 (port 3000)</a:t>
            </a:r>
          </a:p>
          <a:p>
            <a:pPr>
              <a:defRPr sz="1800"/>
            </a:pPr>
            <a:r>
              <a:t>Backend: FastAPI + Uvicorn (port 8000, /docs)</a:t>
            </a:r>
          </a:p>
          <a:p>
            <a:pPr>
              <a:defRPr sz="1800"/>
            </a:pPr>
            <a:r>
              <a:t>AI: Azure OpenAI (GPT-4.1 + text-embedding-3-small), LangChain</a:t>
            </a:r>
          </a:p>
          <a:p>
            <a:pPr>
              <a:defRPr sz="1800"/>
            </a:pPr>
            <a:r>
              <a:t>Vector store: FAISS indices persisted under data/embeddings</a:t>
            </a:r>
          </a:p>
          <a:p>
            <a:pPr>
              <a:defRPr sz="1800"/>
            </a:pPr>
            <a:r>
              <a:t>Database: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Query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Embed question and retrieve similar tables (FAISS)</a:t>
            </a:r>
          </a:p>
          <a:p>
            <a:pPr>
              <a:defRPr sz="1800"/>
            </a:pPr>
            <a:r>
              <a:t>2. Gather metadata + real sample rows</a:t>
            </a:r>
          </a:p>
          <a:p>
            <a:pPr>
              <a:defRPr sz="1800"/>
            </a:pPr>
            <a:r>
              <a:t>3. Generate SQL (with danger-flag safety check)</a:t>
            </a:r>
          </a:p>
          <a:p>
            <a:pPr>
              <a:defRPr sz="1800"/>
            </a:pPr>
            <a:r>
              <a:t>4. Validate &amp; execute read-only SQL</a:t>
            </a:r>
          </a:p>
          <a:p>
            <a:pPr>
              <a:defRPr sz="1800"/>
            </a:pPr>
            <a:r>
              <a:t>5. Summarize results with a second LLM call</a:t>
            </a:r>
          </a:p>
          <a:p>
            <a:pPr>
              <a:defRPr sz="1800"/>
            </a:pPr>
            <a:r>
              <a:t>6. Return SQL, rows, summary, tokens,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POST /query — NL → SQL → results + summary</a:t>
            </a:r>
          </a:p>
          <a:p>
            <a:pPr>
              <a:defRPr sz="1800"/>
            </a:pPr>
            <a:r>
              <a:t>GET /databases, /metadata, /join-graphs</a:t>
            </a:r>
          </a:p>
          <a:p>
            <a:pPr>
              <a:defRPr sz="1800"/>
            </a:pPr>
            <a:r>
              <a:t>POST /upload — CSV/Excel become uploaded__* tables</a:t>
            </a:r>
          </a:p>
          <a:p>
            <a:pPr>
              <a:defRPr sz="1800"/>
            </a:pPr>
            <a:r>
              <a:t>Uploaded tables are embedded into the same FAISS index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One command: python backend/main.py (backend + frontend)</a:t>
            </a:r>
          </a:p>
          <a:p>
            <a:pPr>
              <a:defRPr sz="1800"/>
            </a:pPr>
            <a:r>
              <a:t>Backend only: set RUN_FRONTEND=0</a:t>
            </a:r>
          </a:p>
          <a:p>
            <a:pPr>
              <a:defRPr sz="1800"/>
            </a:pPr>
            <a:r>
              <a:t>npm run start | backend | frontend</a:t>
            </a:r>
          </a:p>
          <a:p>
            <a:pPr>
              <a:defRPr sz="1800"/>
            </a:pPr>
            <a:r>
              <a:t>Backend http://localhost:8000 · Frontend http://localhost:3000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Fixed upload error: added missing 'from pathlib import Path' in routes/upload.py</a:t>
            </a:r>
          </a:p>
          <a:p>
            <a:pPr>
              <a:defRPr sz="1800"/>
            </a:pPr>
            <a:r>
              <a:t>Documentation refreshed and finalized (README + Word + slides)</a:t>
            </a:r>
          </a:p>
          <a:p>
            <a:pPr>
              <a:defRPr sz="1800"/>
            </a:pPr>
            <a:r>
              <a:t>Troubleshooting guide expanded with upload fixes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